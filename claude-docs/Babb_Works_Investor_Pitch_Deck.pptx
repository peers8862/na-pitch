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Babb Works Inc.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Assembly &amp; Embedded Systems Optimization</a:t>
            </a:r>
          </a:p>
          <a:p>
            <a:r>
              <a:t>Hamilton, Ontario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American SMEs lack low-volume, high-engineering EMS providers.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assembly + firmware optimization center.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/ SAM / SOM framework (Insert research data).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Rugged Controllers</a:t>
            </a:r>
          </a:p>
          <a:p>
            <a:r>
              <a:t>Industrial Edge Computers</a:t>
            </a:r>
          </a:p>
          <a:p>
            <a:r>
              <a:t>Custom MCU 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Sales</a:t>
            </a:r>
          </a:p>
          <a:p>
            <a:r>
              <a:t>Contract Assembly</a:t>
            </a:r>
          </a:p>
          <a:p>
            <a:r>
              <a:t>Consulting</a:t>
            </a:r>
          </a:p>
          <a:p>
            <a:r>
              <a:t>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Binary-level firmware optimization</a:t>
            </a:r>
          </a:p>
          <a:p>
            <a:r>
              <a:t>Mid-scale EMS positioning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LOIs, pilots, early revenue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forecast</a:t>
            </a:r>
          </a:p>
          <a:p>
            <a:r>
              <a:t>Gross margin targets</a:t>
            </a:r>
          </a:p>
          <a:p>
            <a:r>
              <a:t>Break-even timeline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Facility prep</a:t>
            </a:r>
          </a:p>
          <a:p>
            <a:r>
              <a:t>Equipment</a:t>
            </a:r>
          </a:p>
          <a:p>
            <a:r>
              <a:t>Working capital</a:t>
            </a:r>
          </a:p>
          <a:p>
            <a:r>
              <a:t>Hiring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Expansion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Trigger-based SMT scale-up strategy.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acquisition or cash-flow dividend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